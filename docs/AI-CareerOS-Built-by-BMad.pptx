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End-to-End by an AI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BMad Designed, Developed, Tested, and Deployed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Full-Stack Production Application from Scratch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1828800" cy="36576"/>
          </a:xfrm>
          <a:prstGeom prst="rect">
            <a:avLst/>
          </a:prstGeom>
          <a:solidFill>
            <a:srgbClr val="A0A0B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Duration: ~4 hours of agentic work • 55+ files • 16 API endpoints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Mission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complete AI-powered career platform from scratch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landing page with animations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with live statistics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Builder (full CRUD)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 Coach (chat interface)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Gap Analysis engine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system (signup / login / JWT)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REST API (16 endpoints)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deployment to Vercel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Stack: React 18 + TypeScript + Vite + Tailwind CSS + Framer Motion + Express 5 + MongoDB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Scaffolding &amp; Planning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didn't start coding immediately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Explored the workspace — checked existing files and environment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 task list — broke the work into 8 phases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conventions — read existing patterns to match style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Chose the stack based on compatibility and production readiness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Decisions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choice had a rationale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over CRA — faster builds, native ESM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 — mature ecosystem, concurrent features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 strict — type safety, catch bugs early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— utility-first, rapid prototyping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Framer Motion — declarative scroll-reveal animations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Router v7 — nested routes, layout patterns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5 — modern, better async handling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Mongoose — schema validation, clean API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Atlas — free tier, Vercel-compatible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+ bcryptjs — stateless auth, pure JS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— free tier, auto-scaling, GitHub CI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Building the Landing Page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animated sections with Framer Motion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— headline, subtitle, 2 CTA buttons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— 6 cards with icons (Resume Builder, Career Coach, Skill Analysis, Tailored Matches, Smart Insights, Interview Prep)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— 3 tiers: Free / Pro / Enterprise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Testimonials — 3 social-proof cards with avatars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CTA — call-to-action section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Footer — navigation links, copyright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Navbar — logo, nav links, Sign In button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animations use motion.div with opacity + y transforms and staggered delays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Building App Pages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tool pages under /app/* with protected routes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— live stats (Resume Score, Skill Match, Interviews Prepped, Career Progress), activity timeline, quick action buttons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Builder — sidebar list, expand/collapse, create/edit/delete, versions tracking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Coach — conversation sidebar, real-time chat, simulated AI replies from 6 response pool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Gap Analysis — current skills display, target role buttons, gap analysis with match/miss indicators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pages handle: loading state, empty state, error state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by ProtectedRoute component, wrapped in AppLayout (sidebar + header + Outlet)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System: Signup / Login / JWT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authentication flow with persistent sessions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/api/auth/signup — bcrypt-hashed password, creates user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/api/auth/login — validates credentials, returns JWT (7-day expiry)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/api/auth/me — verifies token on page load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authMiddleware — intercepts all protected /api/* routes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AuthContext — React context with user, token, login, signup, logout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persisted in localStorage, auto-verified on app mount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ProtectedRoute — redirects to /login if unauthenticated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Login/Signup pages with form validation + error alerts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4: Backend REST API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endpoints • Express 5 • Mongoose • JWT auth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/api/health — health check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/api/seed — one-click database seeding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/api/auth/signup — create account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/api/auth/login — login → JWT token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/api/auth/me — verify token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/api/resumes — list / GET/:id / POST / PUT/:id / DELETE/:id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/api/dashboard/stats — stats + recent activity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/api/chat/conversations — list / GET/:id messages / POST messages</a:t>
            </a:r>
            <a:endParaRPr lang="en-US" sz="11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/api/skills — list / POST /analyze — gap analysis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7772400" cy="1463040"/>
          </a:xfrm>
          <a:prstGeom prst="roundRect">
            <a:avLst>
              <a:gd name="adj" fmla="val 2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31920"/>
            <a:ext cx="740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api/index.ts → backend/src/index.ts → Routes → Models → MongoDB Atlas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5: Connecting Frontend to API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API client with auto JWT attachment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api.ts fetch wrapper — all endpoints through one function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Auto-attaches Bearer token from localStorage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responses with TypeScript interfaces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— live stats + activity from MongoDB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Resumes — full CRUD with real persistence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Coach — conversations + messages in DB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— list from DB, analysis computed server-side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7772400" cy="1463040"/>
          </a:xfrm>
          <a:prstGeom prst="roundRect">
            <a:avLst>
              <a:gd name="adj" fmla="val 2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31920"/>
            <a:ext cx="740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await fetch(`${API_BASE}${path}`, {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{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'Content-Type': 'application/json',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...(token ? { Authorization: `Bearer ${token}` } : {}),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6: Database Migration (SQLite → MongoDB)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first database choice had to change for production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Initial: sql.js (WASM-based SQLite) — simple, zero-config, worked great locally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Vercel serverless = ephemeral containers. SQLite file writes lost between invocations.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Migration: sql.js → mongoose (MongoDB ODM)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models rewritten: User, Resume, Conversation, Message, Skill, ActivityLog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caching pattern: globalThis.mongooseCache singleton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MongoDB: native Vercel support, free Atlas tier, Mongoose validation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Deploy: Issue 1 — Build Command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Error: sh: line 1: tsc: command not found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package.json had a build script that tried to compile the frontend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 wasn't installed at the root level on Vercel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Override buildCommand to a no-op. Vercel's @vercel/node runtime auto-compiles serverless functions via esbuild.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7772400" cy="1463040"/>
          </a:xfrm>
          <a:prstGeom prst="roundRect">
            <a:avLst>
              <a:gd name="adj" fmla="val 2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31920"/>
            <a:ext cx="740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"buildCommand": "echo 'built by @vercel/node'"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Deploy: Issue 2 — No Output Directory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Error: No Output Directory named "public" found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expects a static output directory for all projects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API-only projects have no frontend build output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Added a minimal public/index.html file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uses it as output, but all requests are rewritten to the API function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Lesson: Pure API projects on Vercel need at least a placeholder output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Deploy: Issue 3 — TypeScript Compilation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Errors: Cannot find name "process" / "global" / "headers"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uses esbuild (not tsc) — different type resolution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@types/node not in root deps → process undefined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not available in strict ESM → use globalThis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5 type incompatibility → cast for headers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7772400" cy="1463040"/>
          </a:xfrm>
          <a:prstGeom prst="roundRect">
            <a:avLst>
              <a:gd name="adj" fmla="val 2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31920"/>
            <a:ext cx="740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 1: Add @types/node to root devDependencies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 2: Use globalThis instead of global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globalAny = globalThis as any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cached = globalAny.mongooseCache || { conn: null, promise: null }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 3: Cast request for headers access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header = (req as any).headers?.authorization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Deploy: Issue 4 — CORS Origin Mismatch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 to fetch: Browser rejected cross-origin request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CORS origin comparison is strict string match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https://vercel.app/ !== https://vercel.app (trailing slash mismatch)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Normalize origins — strip trailing slashes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added support for comma-separated multiple origins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Then: User had VITE_API_URL missing /api suffix</a:t>
            </a:r>
            <a:endParaRPr lang="en-US" sz="13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Set VITE_API_URL = https://api-url.vercel.app/api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8: Final Integration — All Verified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endpoint tested end-to-end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check → OK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seeding → Success (test user + mock data)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(login/signup/me) → JWT + user response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stats → Live data from MongoDB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CRUD → Create/Read/Update/Delete all verified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Coach → Conversations + AI replies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Analysis → Gap analysis computed server-side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7772400" cy="1463040"/>
          </a:xfrm>
          <a:prstGeom prst="roundRect">
            <a:avLst>
              <a:gd name="adj" fmla="val 2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31920"/>
            <a:ext cx="740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https://api.vercel.app/api/health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{"status":"ok"}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https://api.vercel.app/api/seed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{"message":"Database seeded successfully"}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https://api.vercel.app/api/auth/login \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'{"email":"alex@example.com","password":"password123"}'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{"token":"eyJ...", "user": {"id":"...", "name":"Alex Morgan"}}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Delivered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55+ files across frontend, backend, and config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site — 6 animated sections, Navbar + Footer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system — Login, Signup, JWT, ProtectedRoute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— Live stats, activity timeline, quick actions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Builder — Full CRUD with versions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Coach — Chat interface with AI replies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Gap Analysis — 2 target roles, computed gaps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API — 16 RESTful endpoints, JWT auth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— MongoDB Atlas (free tier), 6 collections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— Frontend on Vercel, API on Vercel, GitHub repo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— Full project docs + this presentation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BMad Worked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methodology behind the build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Understand first, code second — Read before writing. Ask when unclear.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Build in phases — Frontend → Backend → Auth → Integration → Deploy.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Error-driven development — Deploy early, fix issues as they appear.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Task tracking — Real-time todo list throughout the session.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Iterative refinement — Each deployment error → analysis → targeted fix.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Documentation as you go — Every decision logged with rationale.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User-in-the-loop — Key decisions (MongoDB choice, DB credentials) handled by user.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project proves about AI-powered development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can build production software end-to-end — from planning to deployment, including fixing its own errors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Error-driven iteration works — deploy early, let errors guide the fixes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compatibility is critical — choosing technologies that work together reduces integration issues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creates an audit trail — every decision recorded with rationale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+ Human collaboration is the sweet spot — user makes strategic decisions, agent handles 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920240"/>
            <a:ext cx="73152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94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https://github.com/MOSTAFA17RASHEEDY/ai-careeros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alex@example.com / password123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BMad — AI-Powered Software Engineering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1828800" cy="18288"/>
          </a:xfrm>
          <a:prstGeom prst="rect">
            <a:avLst/>
          </a:prstGeom>
          <a:solidFill>
            <a:srgbClr val="A0A0B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CareerOS — Built by BMad</dc:title>
  <dc:subject>PptxGenJS Presentation</dc:subject>
  <dc:creator>BMad AI Agent</dc:creator>
  <cp:lastModifiedBy>BMad AI Agent</cp:lastModifiedBy>
  <cp:revision>1</cp:revision>
  <dcterms:created xsi:type="dcterms:W3CDTF">2026-05-19T18:34:04Z</dcterms:created>
  <dcterms:modified xsi:type="dcterms:W3CDTF">2026-05-19T18:34:04Z</dcterms:modified>
</cp:coreProperties>
</file>