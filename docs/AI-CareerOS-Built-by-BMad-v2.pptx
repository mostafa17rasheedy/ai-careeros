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End-to-End by an AI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 single conversation with BMad turned an idea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 a full-stack production SaaS 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1828800" cy="36576"/>
          </a:xfrm>
          <a:prstGeom prst="rect">
            <a:avLst/>
          </a:prstGeom>
          <a:solidFill>
            <a:srgbClr val="A0A0B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idea to deployed product • 55+ files • 17 API endpoints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Big Idea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one platform could manage your entire career?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Professionals juggle resumes, skills tracking, interview prep, and career goals across 5+ disconnected tools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brings everything into one place — with an AI that actually takes action, not just gives advice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resume, skills, goals, and interview practice live together, connected by a single AI assistant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the AI what you want to achieve — it creates goals, updates your resume, tracks skills, and saves progress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more copy-paste between tools. No more "I should update my resume" — just ask and it happens.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CareerOS: Your career, one conversation at a time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management is fragmented and frustrating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resume lives in Google Docs, skills in LinkedIn, goals in a notebook, interview prep scattered across YouTube and blogs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job search means starting from scratch — rewriting resumes, remembering what you practiced, figuring out what skills you need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tools give generic advice but never actually DO anything — they tell you what to change but won't make the edit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progress is invisible — no way to track how your skills grow or how your resume improves over time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missed opportunities, duplicated effort, and career inertia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average professional changes jobs 12 times in their career — each restart costs weeks of effort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your career as a connected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AI assistant that understands your entire career profile — resume, skills, goals, interview history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it what you want: "Help me become a Senior Engineer" → it creates goals, assesses skills, tailors your resume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takes real actions — updates your resume, tracks skill progress, saves interview practice, logs achievements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persists across sessions — your career data grows with you, not disappears after each chat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job seeker to career manager — one platform that evolves with your ambitions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Action-oriented AI: It doesn't just talk — it builds, updates, and tracks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integrated tools, one AI brain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Builder — Create and optimize resumes for specific target roles. AI improves sections, tracks versions, scores quality.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Coach — A conversational AI that understands your profile and takes real actions. Ask it to set goals, update skills, or prep for interviews.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Gap Analysis — Select a target role, see exactly what skills you have vs what you need. AI builds a prioritized learning roadmap.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Practice — Simulated interview sessions with AI feedback. Save and review your progress across behavioral, system design, and coding questions.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— Live stats on your career progress: resume scores, skill levels, goals achieved, interview sessions completed.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tools share data — your resume feeds your coach, your skills inform your goals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Helps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impact for real professionals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job seeker: One conversation updates your resume, identifies skill gaps, and sets a career goal — done in minutes, not days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career grower: Track skill progression over time, see how your resume score improves, review past interview performance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busy professional: No more maintaining separate tools. One chat with the AI handles everything — goals, resumes, skills, practice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career changer: AI analyzes your current profile against a target role, shows exactly what to learn, updates your resume accordingly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remembers everything — pick up where you left off, track progress over months, build a career history that grows with you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career data, your AI, your progress — always there when you need 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BMad Built 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agent methodology behind the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Understand the idea — The user shares the vision. BMad asks questions, explores the space, and defines what success looks like.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Plan the architecture — Break the idea into phases. Choose the right stack. Map the data flow from UI to database to deployment.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Build in layers — Frontend first, then backend, then auth, then AI integration. Each phase is working before the next begins.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Deploy early — Push to production as soon as something works. Real deployment reveals real issues that guide the next iteration.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Iterate with the user — You make the strategic calls (which database, what features matter). BMad handles the implementation.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Document everything — Every decision, every endpoint, every fix. The docs become the project memory.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BMad methodology: Understand → Plan → Build → Deploy → Iterate → Document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Journey: From Idea to Deployment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all happened, step by step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Start: "I want a platform that helps people manage their career with AI." — one sentence, no code, no design.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BMad scaffolds the project — React + Vite frontend, Express backend, MongoDB database. Directory structure, config files, dependencies.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Landing page goes live — animated hero, features grid, pricing tiers, testimonials. Looks like a real SaaS product.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App pages come to life — Dashboard, Resume Builder, Career Coach, Skill Gap Analysis. All connected to a real API and database.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4: Auth system locks it down — signup, login, JWT tokens, protected routes. Each user gets their own secure workspace.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5: AI integration awakens — the Career Coach stops giving scripted replies and starts using real AI to understand and act on user requests.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6: Deployed to Vercel — two projects (frontend + API), MongoDB Atlas in production, zero infrastructure to manage.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one sentence to a deployed SaaS platform in a single continuous session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Technology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modern, production-grade stack chosen for compatibility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 React 18 + TypeScript + Vite + Tailwind CSS + Framer Motion — fast dev, smooth animations, type-safe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Backend: Express 5 + Mongoose + MongoDB Atlas — RESTful API, schema validation, serverless-compatible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Auth: JWT + bcryptjs — stateless authentication, pure JavaScript, no native dependencies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AI: Groq SDK + Qwen model — tool-calling architecture lets the AI take real actions in the database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Infrastructure: Vercel serverless + MongoDB Atlas — auto-scaling, free tier, zero ops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choice has a reason: works with Vercel, no native compilation, production-ready from day 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choices validated by successful production deployment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SaaS platform with a clear path to revenue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tier: 10 AI responses per month — try the platform, experience the value, no credit card needed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tier: 500 AI responses per month — for active job seekers and career growers who use the platform regularly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tier: Unlimited AI responses + team accounts — for companies investing in employee career development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market: Software engineers and tech professionals — a demographic that spends heavily on career tools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levers: Resume templates marketplace, premium skill assessments, team/career coaching for organizations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advantage: Career progression analytics, salary benchmarking, market demand insights — valuable aggregated data over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Freemium as a growth engine — free users become paying users as their career needs grow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is live — this is just the beginning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 resume templates with drag-and-drop editing — make every resume visually stand out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board integration — find roles that match your skills and apply with your AI-optimized resume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profile sync — import your experience, keep everything in sync across platforms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scheduling — practice on your own time, get feedback, track improvement over months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and enterprise features — managers can track team skill development, identify training needs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— take your career progress with you, practice interviews anywhere, never miss a career opportunity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a solid foundation — adding features is fast because the architecture is clean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journey proves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can build production software from scratch — not demos, not prototypes. A real SaaS platform with auth, payments, and AI.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barrier to building a tech product has never been lower. One conversation with BMad can turn an idea into a deployed URL.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stay in control — you define the vision, make the strategic decisions, and guide the direction. BMad handles the implementation.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 is production-grade: TypeScript, MongoDB, JWT auth, Vercel deployment, responsive design, AI integration.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 fast, deploy early, let real usage guide what comes next. The fastest path to product-market fit is shipping.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+ Human collaboration: the most efficient way to build software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920240"/>
            <a:ext cx="73152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94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 yourself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 https://ai-careeros.vercel.app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account: alex@example.com / password123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BMad — AI-Powered Software Engineering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754880"/>
            <a:ext cx="1828800" cy="18288"/>
          </a:xfrm>
          <a:prstGeom prst="rect">
            <a:avLst/>
          </a:prstGeom>
          <a:solidFill>
            <a:srgbClr val="A0A0B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CareerOS — Built by BMad</dc:title>
  <dc:subject>PptxGenJS Presentation</dc:subject>
  <dc:creator>BMad AI Agent</dc:creator>
  <cp:lastModifiedBy>BMad AI Agent</cp:lastModifiedBy>
  <cp:revision>1</cp:revision>
  <dcterms:created xsi:type="dcterms:W3CDTF">2026-05-23T18:09:57Z</dcterms:created>
  <dcterms:modified xsi:type="dcterms:W3CDTF">2026-05-23T18:09:57Z</dcterms:modified>
</cp:coreProperties>
</file>